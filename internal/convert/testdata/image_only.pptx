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
</file>

<file path=ppt/slides/slide1.xml><?xml version="1.0" encoding="utf-8"?>
<p:sld xmlns:a="http://schemas.openxmlformats.org/drawingml/2006/main" xmlns:p="http://schemas.openxmlformats.org/presentationml/2006/main">
  <p:cSld>
    <p:spTree>
      <p:sp>
        <p:txBody/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/>
      </p:sp>
    </p:spTree>
  </p:cSld>
</p:sld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 Only Deck</dc:title>
  <dc:creator>PPTX Fixture Author</dc:creator>
</cp:coreProperties>
</file>