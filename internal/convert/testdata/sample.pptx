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Launch Plan</a:t>
            </a:r>
          </a:p>
          <a:p>
            <a:r>
              <a:t>Milestone alpha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Roadmap</a:t>
            </a:r>
          </a:p>
          <a:p>
            <a:r>
              <a:t>Milestone beta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Fixture Title</dc:title>
  <dc:creator>PPTX Fixture Author</dc:creator>
</cp:coreProperties>
</file>